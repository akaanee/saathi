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Saathi is: a voice-first assistant that helps informal workers create a credible, legally formatted notice in minutes.
Key idea: make the whole path from complaint to draft notice possible on a phone call / WhatsApp, in the worker's language.
For a hackathon MVP: focus on one high-frequency problem (wage theft) and do it end-to-end with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picked informal workers because the gap is huge: high vulnerability, low access, high deterrence value.
A notice is a powerful first step: it often resolves issues without litigation.
This is not about replacing lawyers; it is about making the 'first mile' accessible.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Hackathon framing: the tech is ready, but the missing piece is orchestration + safety for the Indian context.
We are explicitly choosing a product that can work with voice, not text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keep the MVP narrow: wage theft and pay disputes are high-frequency and have clearer remedies.
We still support escalation routes for harassment/violence, but do not attempt to 'automate' sensitive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means the system does the coordination: it doesn't just answer questions.
Workers get a concrete artifact: a properly formatted notice and a clear evidence checklist.
Humans remain in the loop for risk, uncertainty, or sensitive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explicitly start with consent and a safety check (is it safe to speak).
We design for a worker who can only talk: keep questions short, confirm back key facts.
Notice generation is the 'done' moment: a file the worker can send to an employer.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avoid over-building: use managed communication (Twilio/WhatsApp) and a simple orchestrator.
The key technical innovation is safe orchestration + structured outputs, not a massive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promise courtroom admissibility; we help structure evidence in a way that a lawyer can use quickly.
We focus on: completeness, integrity hints, and clear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notice is a structured artifact, not a chat reply.
We treat legal citations carefully: transparent, reviewable, and never hallucinated.
In a hackathon demo, show a notice generation for a wage theft case with a few evidence attachments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assume adversarial conditions: employer intimidation, privacy risks, and misuse of generated notices.
We incorporate a safety check and a human handoff mechanism; this is essential in India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feasibility: what exactly will we build and show to the judges.
We keep a crisp 'done' output: a PDF notice + evidence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story: not every case goes to court; deterrence and early resolution matter most.
We measure trust and safety, not just throughput.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acknowledge that distribution is the hard part; partnerships solve trust and follow-up.
We keep expansion cautious: sensitive categories need more human involvement.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human story + the concrete artifact: a notice in minutes.
Invite judges to test the demo live with a sample wage theft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822960"/>
            <a:ext cx="3840480" cy="3840480"/>
          </a:xfrm>
          <a:prstGeom prst="ellipse">
            <a:avLst/>
          </a:prstGeom>
          <a:solidFill>
            <a:srgbClr val="1E40AF">
              <a:alpha val="75000"/>
            </a:srgbClr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88575" y="91440"/>
            <a:ext cx="2468880" cy="246888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Saathi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agentic legal aid for India's informal workforce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build: feasible MVP + strong safety guardrails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-&gt; evidence -&gt; legally valid notice -&gt; human help (when needed)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Hindi | Bengali | Tamil (extendable)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400M+ informal workers face exploitation, but legal recourse is inaccessible.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400M+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India's informal workforce (approx.)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737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43484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access legal aid / formal remedy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160020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+ legalese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0924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complexity barrier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17520"/>
            <a:ext cx="109728" cy="3154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821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today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5257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Physical visits to offices/courts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Fear, power imbalance, intimidation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 literacy + complex forms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scattered across WhatsApp/photos/audio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Cost: ₹2,000–₹5,000+ for a basic notice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5394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017520"/>
            <a:ext cx="109728" cy="3154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1821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workers need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566160"/>
            <a:ext cx="5074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supportive voice conversation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Clear next steps in their language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credible written notice (English + vernacular)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human escalation to a lawyer/paralegal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Privacy + safety by default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the ingredients for voice-first access to justice at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669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1920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interface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calling + cheap smartphones = the default UI for low-literacy users.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starts where workers already 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00200"/>
            <a:ext cx="109728" cy="1920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64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AI 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+ open STT/TTS make multilingual assistance practical for students and nonprofits.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669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03320"/>
            <a:ext cx="109728" cy="1920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labour rights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the Code on Wages (2019) provide clear obligations for timely payment and records.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703320"/>
            <a:ext cx="109728" cy="19202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8679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concerns are rising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25196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guardrails for coercion, harassment, retaliation, and data misuse from day 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cases we can support in an MVP.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703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43891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56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3832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withheld for 2 months.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WhatsApp messages + attendance notes.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demand letter with payment deadline.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703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91640"/>
            <a:ext cx="109728" cy="43891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56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worker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240280"/>
            <a:ext cx="33832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underpays vs promised rate.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audio promise + photo of muster roll.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notice citing wage obligations.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91640"/>
            <a:ext cx="109728" cy="4389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562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delivery rider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30632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deduction / deactivation.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app screenshots, call recording.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structured complaint + escalation.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217920"/>
            <a:ext cx="1115568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Voice-first: Hindi / Bengali / Tamil | Evidence via WhatsApp uploads | Escalate to human when risk is high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an agentic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takes a case from intake to a draft notice, with human handoff.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7452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2743200" cy="20116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2140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Voice Intake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44144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interview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446020"/>
            <a:ext cx="32004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3630168" y="237286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87452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874520"/>
            <a:ext cx="2743200" cy="201168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12140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Evidence Validator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0208" y="244144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completeness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integrity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446020"/>
            <a:ext cx="32004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784848" y="237286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87452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874520"/>
            <a:ext cx="2743200" cy="20116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212140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Legal Drafter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04888" y="244144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in English + vernacular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relevant sections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demands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2446020"/>
            <a:ext cx="32004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9939528" y="237286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187452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1874520"/>
            <a:ext cx="2743200" cy="201168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9568" y="212140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Triage &amp; Handoff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59568" y="244144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lawyer/paralegal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case brief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1110996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611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(MVP)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39776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Case summary for a lawyer/paralegal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checklist + missing 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Draft legal notice PDF/DOCX (English + vernacular)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Safety flags + escalation recommendation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379476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9319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30 min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858000" y="45720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time from first call to draft notice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4983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WhatsApp call / phone call + WhatsApp evidence uploads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walkthrough (voice to notice)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 literacy: short prompts, confirmations, and voice summaries.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155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013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 safe intake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limitations (not a lawyer), capture consent, offer 'safe to talk?' check.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155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25496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254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gathering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9981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identity, work type, dates, promised wage, amount unpaid, prior messages.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155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49624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849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12394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to forward photos/audio/screenshots via WhatsApp; auto-creates a checklist.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11155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7375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10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8737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translate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1480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notice (English + vernacular) with sections + deadline + delivery suggestions.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696712"/>
            <a:ext cx="11155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89788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934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897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needed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61722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risk/high stakes: schedule video call with pro bono lawyer/paralegal; share brief.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architecture (feasible for students)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managed APIs + a simple orchestrator; keep the data flow auditable.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91440" cy="914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WhatsApp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2194560"/>
            <a:ext cx="20116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194560"/>
            <a:ext cx="9144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136392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STT/TTS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(Whisper/Bhashini)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219456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194560"/>
            <a:ext cx="9144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422392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(CrewAI)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3657600"/>
            <a:ext cx="20116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657600"/>
            <a:ext cx="9144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993392" y="3794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(Interview + Draft)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3657600"/>
            <a:ext cx="2697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3657600"/>
            <a:ext cx="91440" cy="9144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4325112" y="37947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Chroma KB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OCR +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Risk rules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2651760"/>
            <a:ext cx="27432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898648" y="257860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651760"/>
            <a:ext cx="22860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5184648" y="257860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108960"/>
            <a:ext cx="-3246120" cy="96012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2761488" y="399592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4114800"/>
            <a:ext cx="32004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4087368" y="4041648"/>
            <a:ext cx="164592" cy="164592"/>
          </a:xfrm>
          <a:prstGeom prst="triangl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800600"/>
            <a:ext cx="603504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892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generation: python-docx -&gt; PDF + WhatsApp delivery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52303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storage: encrypted object store + hashes for integrity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1600200"/>
            <a:ext cx="42976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scope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(must-have):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Voice intake script + confirmations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WhatsApp evidence upload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Draft notice template + citation placeholders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Case summary for human review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integrity hashes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Lawyer directory + triage routing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Multilingual notice rendering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validator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evidence usable: completeness, integrity, and a clean summary for a human.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577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1920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we accept (MVP)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257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Photos (payslips, attendance, notices)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Audio recordings (threats/promises)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WhatsApp chat exports / screenshots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Geo-tagged photos (optional)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45920"/>
            <a:ext cx="109728" cy="19202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10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Readability (OCR confidence)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Timestamp / sender consistency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Duplicate detection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Missing proof flags (e.g., no employer identity)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155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admissibility-friendly bundle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checklist (what we have / what is missing)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Integrity metadata (hashes, capture time, file type)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Short evidence narrative (what each item shows)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Risk flagging (threats, coercion, retaliation indicators)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drafter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formatting with clear facts; citations are transparent and reviewable.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155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structure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6766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Parties + address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Facts of employment (dates, wage, nature of work)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Breach summary (non-payment / deduction / unsafe conditions)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Applicable law references (e.g., Code on Wages, 2019)*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Demand + deadline (e.g., pay within 7 days)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Next steps (labour office / legal aid) + disclaimer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Enclosures (evidence list)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*Citations are provided with confidence tags and can be reviewed by a lawyer.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18120" y="2148840"/>
            <a:ext cx="3703320" cy="3566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2697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fabricated sections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Plain-language paraphrase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Clear uncertainty notes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Human review path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DOCX + PDF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vernacular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ethics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trust: consent, privacy, escalation, and anti-abuse controls.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21488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safety (do no harm)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"Is it safe to talk?" check + quick exit phrase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Avoid re-traumatizing prompts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Escalate for threats/violence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Provide local helpline resources (where applicable)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00200"/>
            <a:ext cx="109728" cy="21488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647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protection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 minimization by default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Encryption at rest + scoped access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anonymized mode (no employer name until ready)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Delete-on-request + retention policy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155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69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safety (anti-abuse)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Rate limits + verification to prevent spam notices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Prompt injection resistance (evidence files treated as untrusted)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Logging for audits (without exposing sensitive content)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Clear disclaimer: informational assistance, not legal representation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execution plan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build plan for a student team, with measurable demo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669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 hour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Voice intake script + structured JSON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WhatsApp evidence upload endpoint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Draft notice DOCX/PDF generator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Case summary for human review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(stretch):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checks + risk scoring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Simple lawyer directory + handoff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25780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checklist (judge-friendly)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WhatsApp call triggers intake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Worker uploads 2–3 evidence 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System returns: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Case summary (1 page)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Evidence checklist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Draft notice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Safety flag shown when threats detected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'connect to human' screen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5349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 a complete, reviewable draft in &lt; 30 min.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notice is a fast deterrent: it shifts the power balance.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749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to minutes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generate a notice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3749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83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₹2k–₹5k to ~₹0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barrier (typical)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164592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783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7325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migrants, farmers, etc.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1556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46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(MVP)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% intakes completed (voice UX)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Median time to first draft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 completeness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# cases escalated to human (and outcomes)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Worker-reported safety &amp; trust score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3566160"/>
            <a:ext cx="4663440" cy="2331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Deterrence effect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40690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employers know a formal notice can be generated instantly, wage theft becomes riskier.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+ partnerships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scale by partnering with legal aid networks and worker organizations.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2331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349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Legal aid clinics / pro bono lawyers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NGOs working with informal workers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Worker unions &amp; collectives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State legal services authorities (future)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00200"/>
            <a:ext cx="109728" cy="2331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64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with optional phone call.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centrally; local partners manage human follow-ups.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155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weeks: Wage theft MVP + 1 partner pilot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months: Add more states/languages + better evidence checks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months: Expand to harassment &amp; safety cases (human-led) + dashboards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months: Formal integrations + anonymized research insights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- Agentic legal aid for India's informal workforce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65615" y="66019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Saathi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68680" y="2148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legal recourse usable for the people who need it most.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0"/>
            <a:ext cx="5669280" cy="219456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(hackathon):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7947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 NGO / clinic partner intro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Feedback on notice template + guardrails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Mentorship for deployment + compliance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 / QR: (add during submission)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Hackathon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pitch deck</dc:title>
  <dc:subject>Agentic legal aid for India's informal workforce</dc:subject>
  <dc:creator>Saathi team</dc:creator>
  <cp:lastModifiedBy>Saathi team</cp:lastModifiedBy>
  <cp:revision>1</cp:revision>
  <dcterms:created xsi:type="dcterms:W3CDTF">2026-05-11T10:27:00Z</dcterms:created>
  <dcterms:modified xsi:type="dcterms:W3CDTF">2026-05-11T10:27:00Z</dcterms:modified>
</cp:coreProperties>
</file>